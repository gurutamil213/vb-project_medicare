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89"/>
    <a:srgbClr val="183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0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8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784080" y="320040"/>
            <a:ext cx="1737360" cy="173736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005840"/>
            <a:ext cx="914400" cy="914400"/>
          </a:xfrm>
          <a:prstGeom prst="ellipse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4628114"/>
            <a:ext cx="2011680" cy="2011680"/>
          </a:xfrm>
          <a:prstGeom prst="ellipse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320040" cy="96012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960120" cy="3200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91440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MEDI-CARE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0512" y="1874519"/>
            <a:ext cx="8595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CFE6ED"/>
                </a:solidFill>
              </a:defRPr>
            </a:pPr>
            <a:r>
              <a:t>Pharmacy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4950" y="3299741"/>
            <a:ext cx="7040880" cy="13258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4950" y="3302234"/>
            <a:ext cx="73152" cy="13258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46118" y="3342133"/>
            <a:ext cx="6675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Project snapshot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6118" y="3771902"/>
            <a:ext cx="665683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VB.NET Windows Forms application for pharmacy operations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Microsoft Access database + OleDb connectivity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Customer, employee, stock, billing and sales-history modules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7DAC8E2-1CA2-1C72-1992-3CED9A217B02}"/>
              </a:ext>
            </a:extLst>
          </p:cNvPr>
          <p:cNvSpPr/>
          <p:nvPr/>
        </p:nvSpPr>
        <p:spPr>
          <a:xfrm>
            <a:off x="9035934" y="5577839"/>
            <a:ext cx="914400" cy="914400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1. Problem Statement &amp;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94960" cy="42976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42976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03120"/>
            <a:ext cx="501091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Manual pharmacy work makes customer records, stock tracking and billing harder to manage.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The project centralizes routine pharmacy operations in one desktop application.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It reduces repeated data entry by linking customers, stock and billing.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349240" cy="42976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73152" cy="4297680"/>
          </a:xfrm>
          <a:prstGeom prst="rect">
            <a:avLst/>
          </a:prstGeom>
          <a:solidFill>
            <a:srgbClr val="3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673351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03120"/>
            <a:ext cx="496519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Maintain customer and employee information.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Maintain medicine/item stock with rates and dates.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Create bills and calculate GST, discount and gross total.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Automatically reduce stock after a completed bill.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Store purchase/bill details for later retrieval and printing.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Provide a simple menu-driven Windows interface.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2.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73152" cy="16002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153"/>
                </a:solidFill>
              </a:defRPr>
            </a:pPr>
            <a:r>
              <a:t>VB.NET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03120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Application language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Visual Basic .NET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42900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1600200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8" y="167335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153"/>
                </a:solidFill>
              </a:defRPr>
            </a:pPr>
            <a:r>
              <a:t>Windows 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103120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UI framework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Desktop forms + DataGridView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42900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73152" cy="160020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1673351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153"/>
                </a:solidFill>
              </a:defRPr>
            </a:pPr>
            <a:r>
              <a:t>MS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2103120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Database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medicare.accdb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566160"/>
            <a:ext cx="342900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73152" cy="1600200"/>
          </a:xfrm>
          <a:prstGeom prst="rect">
            <a:avLst/>
          </a:prstGeom>
          <a:solidFill>
            <a:srgbClr val="3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7307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153"/>
                </a:solidFill>
              </a:defRPr>
            </a:pPr>
            <a:r>
              <a:t>OleDb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160520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Connectivity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System.Data.OleDb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566160"/>
            <a:ext cx="342900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566160"/>
            <a:ext cx="73152" cy="16002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37307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153"/>
                </a:solidFill>
              </a:defRPr>
            </a:pPr>
            <a:r>
              <a:t>.NET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4160520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Runtime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Target: 4.0 Client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566160"/>
            <a:ext cx="3429000" cy="16002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566160"/>
            <a:ext cx="73152" cy="16002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30768" y="373075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3153"/>
                </a:solidFill>
              </a:defRPr>
            </a:pPr>
            <a:r>
              <a:t>Printing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0768" y="4160520"/>
            <a:ext cx="30449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Output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PrintDocument + PrintPreviewDialog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43400" y="5806440"/>
            <a:ext cx="3474720" cy="347472"/>
          </a:xfrm>
          <a:prstGeom prst="round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5824727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Build target: x86 / WinExe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3. System Architecture &amp;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205740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3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208483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</a:defRPr>
            </a:pPr>
            <a:r>
              <a:t>Login / Form1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011680"/>
            <a:ext cx="205740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208483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</a:defRPr>
            </a:pPr>
            <a:r>
              <a:t>Main Menu / Form2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1417320"/>
            <a:ext cx="205740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34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22392" y="149047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</a:defRPr>
            </a:pPr>
            <a:r>
              <a:t>Customer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514600"/>
            <a:ext cx="205740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E691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258775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</a:defRPr>
            </a:pPr>
            <a:r>
              <a:t>Employee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49240" y="3611880"/>
            <a:ext cx="205740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BE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22392" y="368503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</a:defRPr>
            </a:pPr>
            <a:r>
              <a:t>Stock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011680"/>
            <a:ext cx="205740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99831" y="208483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</a:defRPr>
            </a:pPr>
            <a:r>
              <a:t>Sales / Billing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04120" y="2011680"/>
            <a:ext cx="1508760" cy="914400"/>
          </a:xfrm>
          <a:prstGeom prst="roundRect">
            <a:avLst/>
          </a:prstGeom>
          <a:solidFill>
            <a:srgbClr val="F2F7FA"/>
          </a:solidFill>
          <a:ln w="19050">
            <a:solidFill>
              <a:srgbClr val="183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77272" y="2084832"/>
            <a:ext cx="13624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t>Access DB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46888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29200" y="1874519"/>
            <a:ext cx="320040" cy="594361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29200" y="2468880"/>
            <a:ext cx="320040" cy="50292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029200" y="2468880"/>
            <a:ext cx="320040" cy="160020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406640" y="2468880"/>
            <a:ext cx="320039" cy="50292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84080" y="246888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06640" y="1874519"/>
            <a:ext cx="2697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83153"/>
                </a:solidFill>
              </a:defRPr>
            </a:pPr>
            <a:r>
              <a:t>Core pattern: Form events → OleDbCommand / DataAdapter → Access tables → DataGridView / billing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4. Major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1168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rPr dirty="0"/>
              <a:t>Form: Form1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rPr dirty="0"/>
              <a:t>Admin login + password visibility toggle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73152" cy="18288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Main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1168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Form2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Sales, Customer, Employee, Records, Stock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73152" cy="1828800"/>
          </a:xfrm>
          <a:prstGeom prst="rect">
            <a:avLst/>
          </a:prstGeom>
          <a:solidFill>
            <a:srgbClr val="3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6248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01168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customer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CRUD + visit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17320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235440" y="1417320"/>
            <a:ext cx="73152" cy="182880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36608" y="1581912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Employee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01168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employee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CRUD + employee details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49039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749039"/>
            <a:ext cx="73152" cy="182880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5528" y="391363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Stock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34340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stock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CRUD + item/price/expiry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749039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74720" y="3749039"/>
            <a:ext cx="73152" cy="18288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75887" y="391363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75887" y="434340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sales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Bill creation, calculations, stock update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749039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55080" y="3749039"/>
            <a:ext cx="73152" cy="18288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56248" y="391363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34340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record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Counts of employees, customers and items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3749039"/>
            <a:ext cx="2560320" cy="182880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235440" y="3749039"/>
            <a:ext cx="73152" cy="1828800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36608" y="3913631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Bill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6608" y="4343400"/>
            <a:ext cx="21762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Form: billdeatil</a:t>
            </a:r>
          </a:p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Retrieve bill by date/number + print preview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5. Login &amp;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120640" cy="42976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4297680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627632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Login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57400"/>
            <a:ext cx="4736592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rPr dirty="0"/>
              <a:t>Form1 checks the entered username and password.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rPr dirty="0"/>
              <a:t>The current source use: username = </a:t>
            </a:r>
            <a:r>
              <a:rPr lang="en-IN" dirty="0" err="1"/>
              <a:t>bala</a:t>
            </a:r>
            <a:r>
              <a:rPr dirty="0"/>
              <a:t>;password = </a:t>
            </a:r>
            <a:r>
              <a:rPr lang="en-IN" dirty="0"/>
              <a:t>guru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rPr dirty="0"/>
              <a:t>A checkbox toggles password visibility.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rPr dirty="0"/>
              <a:t>Valid login opens Form2 and hides the login form.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463040"/>
            <a:ext cx="5440680" cy="42976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463040"/>
            <a:ext cx="73152" cy="429768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627632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057400"/>
            <a:ext cx="5056632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Form2 acts as the main module selector.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Sales opens the MDI form.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Customer, Employee, Stock and Records open their respective forms.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The MDI menu switches between Sales Entry and Sales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349240"/>
            <a:ext cx="4297680" cy="347472"/>
          </a:xfrm>
          <a:prstGeom prst="round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5367527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Viva point: event-driven Windows 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5349240"/>
            <a:ext cx="4480560" cy="347472"/>
          </a:xfrm>
          <a:prstGeom prst="round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5367527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Viva point: MDI = Multiple Document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6. Master Data: Customer, Employee &amp; Stock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611880" cy="443484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" cy="4434840"/>
          </a:xfrm>
          <a:prstGeom prst="rect">
            <a:avLst/>
          </a:prstGeom>
          <a:solidFill>
            <a:srgbClr val="3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322783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Fields: ID, name, address, first visit date, visit count.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SAVE → INSERT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UPDATE → UPDATE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DELETE → DELETE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DataGridView reloads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443484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73152" cy="443484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22783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Fields: ID, name, phone, email, address, salary, joining date.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CRUD operations are handled through OleDbCommand.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DataGridView displays the employee table.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KeyPress handlers restrict numeric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611880" cy="443484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443484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322783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Fields: item ID/name, quantity, item rate, sell rate.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Tracks item entry, manufacture and expiry dates.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CRUD operations + numeric input validation.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Selected grid row is copied back into form fields.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7. Sales &amp; Billing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353312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385316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4416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Enter Customer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344168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Fetches customer name + visit count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011680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04368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0253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Select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002536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Loads sell rate, available quantity and item code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670048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702052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660904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Enter Quantity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660904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Blocks quantity above available stock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328416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360420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9272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Add Item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319272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Adds line to DataGridView and recalculates totals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986783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018787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977639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Generate Bill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977639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Stores purchase header + bill line items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4645152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677156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636008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Update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3320" y="4636008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Increments visits and decreases stock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5303520"/>
            <a:ext cx="384048" cy="384048"/>
          </a:xfrm>
          <a:prstGeom prst="ellipse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335524"/>
            <a:ext cx="38404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94376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3153"/>
                </a:solidFill>
              </a:defRPr>
            </a:pPr>
            <a:r>
              <a:t>Print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03320" y="5294376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D37"/>
                </a:solidFill>
              </a:defRPr>
            </a:pPr>
            <a:r>
              <a:t>PrintPreviewDialog shows receipt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8. Billing Calculations (as implemented in the project)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63040"/>
            <a:ext cx="5257800" cy="425196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73152" cy="425196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62763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Calculation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48737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TOTAL = sum of line-item amounts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GST = TOTAL × 0.28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If customer visits &gt; 4: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DISCOUNT = (TOTAL + GST) × 0.04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Otherwise DISCOUNT = 0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GROSS TOTAL = TOTAL + GST − DISCOUNT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57800" cy="425196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73152" cy="425196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57400"/>
            <a:ext cx="4873752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Suppose TOTAL = ₹1,000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GST = ₹280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Visits = 5 → discount applies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DISCOUNT = (1,000 + 280) × 4% = ₹51.20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GROSS TOTAL = ₹1,000 + ₹280 − ₹51.20</a:t>
            </a:r>
          </a:p>
          <a:p>
            <a:pPr>
              <a:spcAft>
                <a:spcPts val="500"/>
              </a:spcAft>
              <a:defRPr sz="1600">
                <a:solidFill>
                  <a:srgbClr val="232D37"/>
                </a:solidFill>
              </a:defRPr>
            </a:pPr>
            <a:r>
              <a:t>Final = ₹1,228.80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5806440"/>
            <a:ext cx="4297680" cy="347472"/>
          </a:xfrm>
          <a:prstGeom prst="round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7639" y="5824727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Important: these percentages are project-specific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9. Database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33946"/>
            <a:ext cx="10789920" cy="7132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33946"/>
            <a:ext cx="73152" cy="713232"/>
          </a:xfrm>
          <a:prstGeom prst="rect">
            <a:avLst/>
          </a:prstGeom>
          <a:solidFill>
            <a:srgbClr val="3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153"/>
                </a:solidFill>
              </a:defRPr>
            </a:pPr>
            <a:r>
              <a:t>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65960"/>
            <a:ext cx="1040587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cid, cname, caddress, fdate, no_visi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48346"/>
            <a:ext cx="10789920" cy="7132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389910"/>
            <a:ext cx="73152" cy="713232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4505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153"/>
                </a:solidFill>
              </a:defRPr>
            </a:pPr>
            <a:r>
              <a:t>employee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80360"/>
            <a:ext cx="1040587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eid, ename, ephone, email, eaddress, esalary, jdate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73137"/>
            <a:ext cx="10789920" cy="7132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283528"/>
            <a:ext cx="73152" cy="713232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33649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153"/>
                </a:solidFill>
              </a:defRPr>
            </a:pPr>
            <a:r>
              <a:t>stock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794760"/>
            <a:ext cx="1040587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itemid, itemname, itemquan, itemrate, sellrate, idate, mdate, xdate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77146"/>
            <a:ext cx="10789920" cy="7132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197928"/>
            <a:ext cx="73152" cy="713232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2793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153"/>
                </a:solidFill>
              </a:defRPr>
            </a:pPr>
            <a:r>
              <a:t>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709160"/>
            <a:ext cx="1040587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bno, bdate, cid, total, gst, discount, gtotal, bpath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081155"/>
            <a:ext cx="10789920" cy="713232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5091546"/>
            <a:ext cx="73152" cy="713232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5193792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3153"/>
                </a:solidFill>
              </a:defRPr>
            </a:pPr>
            <a:r>
              <a:t>bill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623560"/>
            <a:ext cx="1040587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32D37"/>
                </a:solidFill>
              </a:defRPr>
            </a:pPr>
            <a:r>
              <a:t>bdate, bno, cid, cname, itemno, itemname, itemquan, itemrate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</a:defRPr>
            </a:pPr>
            <a:r>
              <a:t>Database file: medicare.accdb  |  Provider: Microsoft.ACE.OLEDB.12.0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10. Bill Storage, History &amp; Printing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57600" cy="443484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43484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When a bill is saved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11680"/>
            <a:ext cx="327355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purchase table stores bill-level information.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bill table stores each item line.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customer.no_visi is increased.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stock.itemquan is reduced for each sold item.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443484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434840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Sales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11680"/>
            <a:ext cx="295351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Choose a date.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Select bill number.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Fetch customer + visit count.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Load bill line items.</a:t>
            </a:r>
          </a:p>
          <a:p>
            <a:pPr>
              <a:spcAft>
                <a:spcPts val="500"/>
              </a:spcAft>
              <a:defRPr sz="1500">
                <a:solidFill>
                  <a:srgbClr val="232D37"/>
                </a:solidFill>
              </a:defRPr>
            </a:pPr>
            <a:r>
              <a:t>Recalculate totals.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417320"/>
            <a:ext cx="3611880" cy="443484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417320"/>
            <a:ext cx="73152" cy="4434840"/>
          </a:xfrm>
          <a:prstGeom prst="rect">
            <a:avLst/>
          </a:prstGeom>
          <a:solidFill>
            <a:srgbClr val="E69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Printing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011680"/>
            <a:ext cx="3227832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Uses PrintDocument.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Uses PrintPreviewDialog.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Receipt includes shop name, invoice ID, customer, items, total, GST, discount and bill amount.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A custom paper size is configured for the receipt.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11. Strengths, Limitations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611880" cy="45262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4526280"/>
          </a:xfrm>
          <a:prstGeom prst="rect">
            <a:avLst/>
          </a:prstGeom>
          <a:solidFill>
            <a:srgbClr val="34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11680"/>
            <a:ext cx="322783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Simple GUI suitable for desktop use.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CRUD operations are implemented.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Stock validation prevents over-selling.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Billing and receipt printing are integrated.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Sales history can be retrieved.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611880" cy="45262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417320"/>
            <a:ext cx="73152" cy="45262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011680"/>
            <a:ext cx="322783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Login credentials are hard-coded in Form1.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Several forms use a hard-coded local database path.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SQL strings are concatenated instead of parameterized.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No role-based access control is implemented.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The project targets an older .NET Framework / desktop stack.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417320"/>
            <a:ext cx="3611880" cy="4526280"/>
          </a:xfrm>
          <a:prstGeom prst="roundRect">
            <a:avLst/>
          </a:prstGeom>
          <a:solidFill>
            <a:srgbClr val="F2F7FA"/>
          </a:solidFill>
          <a:ln w="12700"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73152" cy="4526280"/>
          </a:xfrm>
          <a:prstGeom prst="rect">
            <a:avLst/>
          </a:prstGeom>
          <a:solidFill>
            <a:srgbClr val="3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2168" y="1581912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83153"/>
                </a:solidFill>
              </a:defRPr>
            </a:pPr>
            <a:r>
              <a:t>Future improvements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011680"/>
            <a:ext cx="322783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Use parameterized queries.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Move credentials to a secure user table.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Use a configurable connection string everywhere.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Add expiry alerts and low-stock alerts.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Add reports/dashboard and role-based permissions.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Migrate to a server DB for multi-user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t>12. Most Likely Viva Questions — Quick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4360" y="135331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42646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Why VB.NET?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It provides event-driven Windows Forms development with straightforward UI and database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5331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2646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Why MS Access?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It is lightweight and suitable for a small single-desktop pharmacy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1343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38658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What is OleDb?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ADO.NET provider technology used here to connect VB.NET to the Access .accdb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31343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38658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What is CRUD?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Create, Read, Update and Delete — used in customer, employee and stock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7355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34670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How is stock controlled?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Requested quantity is compared with available quantity; after billing, stock quantity is reduced.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7355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334670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How is the bill calculated?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The project sums line totals, applies 28% GST, conditionally applies 4% discount, then computes gross total.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3367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30682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Why DataGridView?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It provides a tabular view for database records and bill line items.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423367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30682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What is MDI?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Multiple Document Interface; the project uses it to host sales-related child forms.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519379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6694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How is printing done?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PrintDocument draws the receipt and PrintPreviewDialog previews it before printing.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5193792"/>
            <a:ext cx="5394960" cy="804672"/>
          </a:xfrm>
          <a:prstGeom prst="roundRect">
            <a:avLst/>
          </a:prstGeom>
          <a:solidFill>
            <a:srgbClr val="F2F7FA"/>
          </a:solidFill>
          <a:ln>
            <a:solidFill>
              <a:srgbClr val="E0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5266944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83153"/>
                </a:solidFill>
              </a:defRPr>
            </a:pPr>
            <a:r>
              <a:t>What would you improve first?</a:t>
            </a:r>
          </a:p>
          <a:p>
            <a:pPr>
              <a:spcBef>
                <a:spcPts val="200"/>
              </a:spcBef>
              <a:defRPr sz="950">
                <a:solidFill>
                  <a:srgbClr val="232D37"/>
                </a:solidFill>
              </a:defRPr>
            </a:pPr>
            <a:r>
              <a:t>Security and reliability: parameterized SQL, secure authentication and configurable DB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13. Suggested Live Demo Order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51560" cy="5486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79759"/>
            <a:ext cx="2322576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1. Login</a:t>
            </a:r>
            <a:br>
              <a:rPr dirty="0">
                <a:solidFill>
                  <a:schemeClr val="bg1"/>
                </a:solidFill>
              </a:rPr>
            </a:br>
            <a:r>
              <a:rPr lang="en-IN" dirty="0" err="1">
                <a:solidFill>
                  <a:schemeClr val="bg1"/>
                </a:solidFill>
              </a:rPr>
              <a:t>bala</a:t>
            </a:r>
            <a:r>
              <a:rPr dirty="0">
                <a:solidFill>
                  <a:schemeClr val="bg1"/>
                </a:solidFill>
              </a:rPr>
              <a:t> / </a:t>
            </a:r>
            <a:r>
              <a:rPr lang="en-IN" dirty="0">
                <a:solidFill>
                  <a:schemeClr val="bg1"/>
                </a:solidFill>
              </a:rPr>
              <a:t>guru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93592" y="17797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2. Main Menu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Show Sales, Customer, Employee, Records, 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17797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3. Stock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Add or show an item and available quantity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4173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62872" y="17797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4. Customer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Show customer record and visit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747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8952" y="38371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5. Sales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Select customer → item → quantity → ADD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4747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38371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6. Billing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Show GST, discount and gross total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747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8371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7. Save Bill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Show stock reduction + visit count update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474720"/>
            <a:ext cx="2468880" cy="1417320"/>
          </a:xfrm>
          <a:prstGeom prst="roundRect">
            <a:avLst/>
          </a:prstGeom>
          <a:solidFill>
            <a:srgbClr val="224060"/>
          </a:solidFill>
          <a:ln w="19050">
            <a:solidFill>
              <a:srgbClr val="008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62872" y="3837131"/>
            <a:ext cx="2322576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</a:defRPr>
            </a:pPr>
            <a:r>
              <a:rPr dirty="0">
                <a:solidFill>
                  <a:schemeClr val="bg1"/>
                </a:solidFill>
              </a:rPr>
              <a:t>8. Sales Details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Retrieve the bill and show Print Preview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Closing line: “Medi-Care automates the core pharmacy workflow from master-data management to billing and stock updates.”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685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3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1364</Words>
  <Application>Microsoft Office PowerPoint</Application>
  <PresentationFormat>Widescreen</PresentationFormat>
  <Paragraphs>233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Medi-Care Pharmacy Management System - Viva Presentation</dc:title>
  <dc:subject>VB.NET Pharmacy Management System viva</dc:subject>
  <dc:creator>Prepared from uploaded project source</dc:creator>
  <cp:keywords/>
  <dc:description>generated using python-pptx</dc:description>
  <cp:lastModifiedBy>BALAGURU M</cp:lastModifiedBy>
  <cp:revision>5</cp:revision>
  <dcterms:created xsi:type="dcterms:W3CDTF">2013-01-27T09:14:16Z</dcterms:created>
  <dcterms:modified xsi:type="dcterms:W3CDTF">2026-10-07T16:40:51Z</dcterms:modified>
  <cp:category/>
</cp:coreProperties>
</file>